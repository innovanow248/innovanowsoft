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-3826" y="-24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73AAE-4F5E-4965-B10E-A7E64E044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20A9D8-DBD9-434D-BAFF-904A1D53B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002770-4466-4C72-8788-4E07A150A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CAEF48-4A5C-49C0-B649-2E3ED5D6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BCB968-9789-4092-99DA-1419EE57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925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2BB02-7208-4DC5-8F21-46542AF0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62A99D-536D-426B-9E70-7A870574D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F0B20B-F7EF-48CB-B905-82C0793FB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42BFD3-DF1A-4FA1-8FAF-94B16A1C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85DE77-D42B-4C1C-BE0A-F43CF141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524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D52B7-85EC-45A2-B734-3EC34F2A5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BEE0CD-24AC-464C-822B-FDF504807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B9D971-C296-4957-AF6F-F7BC2758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0ED7FE-84AA-4EAC-97F6-263FD8BE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395681-7794-4901-8AD7-CEBFC8439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76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A5C53-A424-4361-A718-AED0F956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2E658B-DA0C-4CE6-A482-06D7A245B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31FFCC-3E46-494D-8D9B-EAB9FB9CC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4ACC18-2DD0-446C-BFE2-320D21DA7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4549DD-EEAF-4B9E-AACE-2E87DD191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56B5F-23D7-49BB-AF16-206E62FF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442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543E9-7975-44BE-9481-1669B22F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B808B2-59C3-4298-8391-2DB88EE11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F4732D-8BC9-44EA-9A3A-390E2CEAE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D6ED7B-27B8-4B4F-9CEE-AA1BFF4B2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5EC6E58-640F-4166-AA07-B60305D74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0B5655E-F67B-467E-AC0A-5ECEFE59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B6D451E-60E1-42B8-9DD2-C6DE52D5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871AD74-3B8E-447F-8541-BA49AA5E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6449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963F0-FA30-4E38-946C-58E8E28D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063BA9-3C4D-461E-B36D-F6F63A00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A443D7-BB38-4626-BD3F-5BF868D0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872155-F44F-43CA-B3A6-1C0F79E9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8515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9873D7-858C-4444-B69B-DD800EB5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878F29-7FB5-44B8-B64C-94640D191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E60407-A572-4B09-83F1-A93FD6693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036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E4AFC-4EF1-42AD-BF13-4C9C5A153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C81C2B-3143-4038-BD8E-276926F93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1E4C38-23B0-4CBA-8E61-E7D13CA45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419765-9F9D-4EA1-8185-610C5B15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DF7B5A-2BA5-4D1E-BF75-8B0507DF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A32AF3-F690-4D49-9673-3E6EBDAA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3364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C135D-C499-40D2-9291-5365DCF7E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2F3BEF-2ED1-47A0-8F94-AF2182C22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002164-7FEF-424E-9435-CA55B6A46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E15ADC-6452-4F5E-B356-CB1326B8F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944062-67A2-4DE6-BA34-54277423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F28B0C-E756-4FB7-A312-451484CE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8054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3C73C-B01E-471C-9A17-8655BFC87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C2C9F3-D389-4062-80DF-666C248BF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DB0981-A806-4C11-8558-B34C66AB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2D5484-CA39-472A-8224-179D5059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3EAEC1-E82D-40E5-B358-BF0098263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5612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0FD94A-4711-449C-86BE-8DC8563E4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9C5B41-ADA1-47E5-B1A8-07942BE8B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FE9C25-F80F-4C00-BCE3-F0F5AB553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82622F-EF52-4390-9474-B09736278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A5BAB6-C50D-4ED5-8AE1-B8510754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663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985A3D-D8C9-4D19-9E09-9F8A63096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E5EEA7-1CED-4029-A2FB-528A8C764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189F50-2338-41C4-B433-C9AC5ED04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143C-9CB2-418A-AE1E-924EE15CC4FB}" type="datetimeFigureOut">
              <a:rPr lang="es-AR" smtClean="0"/>
              <a:t>17/6/2026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E1BE53-637E-4F4E-985A-0EA400623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0FEAF2-A3C8-4E89-AB47-11A09FF73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9A8D2-AF49-4DA6-A355-6F853A0DE3E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9746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71C115-0782-4F23-8705-67A2FE05C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7228"/>
            <a:ext cx="12192000" cy="532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5505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1</cp:revision>
  <dcterms:created xsi:type="dcterms:W3CDTF">2026-06-17T15:36:38Z</dcterms:created>
  <dcterms:modified xsi:type="dcterms:W3CDTF">2026-06-17T15:36:59Z</dcterms:modified>
</cp:coreProperties>
</file>